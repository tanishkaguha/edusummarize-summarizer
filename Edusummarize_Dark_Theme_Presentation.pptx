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5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5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0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3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8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4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2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0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9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914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64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6802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2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32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9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Edusummarize – AI Summarization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r>
              <a:rPr dirty="0" smtClean="0"/>
              <a:t>•  </a:t>
            </a:r>
            <a:r>
              <a:rPr sz="4400" dirty="0"/>
              <a:t>Model, Training, Evaluation, API &amp; </a:t>
            </a:r>
            <a:r>
              <a:rPr sz="4400" dirty="0" smtClean="0"/>
              <a:t>Deployment</a:t>
            </a:r>
            <a:endParaRPr lang="en-IN" sz="4400" dirty="0" smtClean="0"/>
          </a:p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endParaRPr lang="en-IN" sz="4400" dirty="0"/>
          </a:p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endParaRPr lang="en-IN" sz="4400" dirty="0" smtClean="0"/>
          </a:p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endParaRPr lang="en-IN" sz="4400" dirty="0"/>
          </a:p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r>
              <a:rPr lang="en-IN" sz="4400" dirty="0" smtClean="0"/>
              <a:t>                        </a:t>
            </a:r>
            <a:r>
              <a:rPr lang="en-IN" sz="2400" dirty="0"/>
              <a:t>Name: </a:t>
            </a:r>
            <a:r>
              <a:rPr lang="en-IN" sz="2400" dirty="0" err="1"/>
              <a:t>Tanishka</a:t>
            </a:r>
            <a:r>
              <a:rPr lang="en-IN" sz="2400" dirty="0"/>
              <a:t> </a:t>
            </a:r>
            <a:r>
              <a:rPr lang="en-IN" sz="2400" dirty="0" err="1"/>
              <a:t>Guha</a:t>
            </a:r>
            <a:r>
              <a:rPr lang="en-IN" sz="2400" dirty="0"/>
              <a:t> | Roll No: SE23UARI124</a:t>
            </a:r>
          </a:p>
          <a:p>
            <a:pPr marL="0" indent="0">
              <a:buNone/>
              <a:defRPr sz="2400">
                <a:solidFill>
                  <a:srgbClr val="C8C8C8"/>
                </a:solidFill>
              </a:defRPr>
            </a:pPr>
            <a:endParaRPr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4000" dirty="0">
                <a:latin typeface="Arial Narrow" panose="020B0606020202030204" pitchFamily="34" charset="0"/>
              </a:rPr>
              <a:t>• Students face long notes, articles, and PDFs.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4000" dirty="0">
                <a:latin typeface="Arial Narrow" panose="020B0606020202030204" pitchFamily="34" charset="0"/>
              </a:rPr>
              <a:t>• Manual summarization is slow.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4000" dirty="0">
                <a:latin typeface="Arial Narrow" panose="020B0606020202030204" pitchFamily="34" charset="0"/>
              </a:rPr>
              <a:t>• Need quick, meaningful summaries.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4000" dirty="0">
                <a:latin typeface="Arial Narrow" panose="020B0606020202030204" pitchFamily="34" charset="0"/>
              </a:rPr>
              <a:t>• Solution: Abstractive AI summarization.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Build an AI summarizer using transformers.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Input: Long educational text.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Output: Short, concise summary.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Must preserve meaning &amp; intent.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Abstractive Summarization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Not copy-paste.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Generates new sentences.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More human-like.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Requires deep language understanding.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Dataset Used – CNN/DailyMail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300K news articles.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Large, diverse dataset.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Widely used benchmark.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Provides high‑quality summaries.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Model Used – BART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Encoder‑decoder transformer.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</a:t>
            </a:r>
            <a:r>
              <a:rPr sz="3600" b="1" u="sng" dirty="0" err="1">
                <a:latin typeface="Arial Narrow" panose="020B0606020202030204" pitchFamily="34" charset="0"/>
              </a:rPr>
              <a:t>Pretrained</a:t>
            </a:r>
            <a:r>
              <a:rPr sz="3600" b="1" u="sng" dirty="0">
                <a:latin typeface="Arial Narrow" panose="020B0606020202030204" pitchFamily="34" charset="0"/>
              </a:rPr>
              <a:t> on </a:t>
            </a:r>
            <a:r>
              <a:rPr sz="3600" b="1" u="sng" dirty="0" err="1">
                <a:latin typeface="Arial Narrow" panose="020B0606020202030204" pitchFamily="34" charset="0"/>
              </a:rPr>
              <a:t>denoising</a:t>
            </a:r>
            <a:r>
              <a:rPr sz="3600" b="1" u="sng" dirty="0">
                <a:latin typeface="Arial Narrow" panose="020B0606020202030204" pitchFamily="34" charset="0"/>
              </a:rPr>
              <a:t> tasks.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Strong for summarization.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Used `</a:t>
            </a:r>
            <a:r>
              <a:rPr sz="3600" b="1" u="sng" dirty="0" err="1">
                <a:latin typeface="Arial Narrow" panose="020B0606020202030204" pitchFamily="34" charset="0"/>
              </a:rPr>
              <a:t>facebook</a:t>
            </a:r>
            <a:r>
              <a:rPr sz="3600" b="1" u="sng" dirty="0">
                <a:latin typeface="Arial Narrow" panose="020B0606020202030204" pitchFamily="34" charset="0"/>
              </a:rPr>
              <a:t>/</a:t>
            </a:r>
            <a:r>
              <a:rPr sz="3600" b="1" u="sng" dirty="0" err="1">
                <a:latin typeface="Arial Narrow" panose="020B0606020202030204" pitchFamily="34" charset="0"/>
              </a:rPr>
              <a:t>bart</a:t>
            </a:r>
            <a:r>
              <a:rPr sz="3600" b="1" u="sng" dirty="0">
                <a:latin typeface="Arial Narrow" panose="020B0606020202030204" pitchFamily="34" charset="0"/>
              </a:rPr>
              <a:t>-base`.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Work Done in GitHub (Project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src/train.py → Model training code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src/infer.py → Testing model with custom inputs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src/eval.py → ROUGE score evaluation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src/app.py → </a:t>
            </a:r>
            <a:r>
              <a:rPr sz="2800" b="1" u="sng" dirty="0" err="1">
                <a:latin typeface="Arial Narrow" panose="020B0606020202030204" pitchFamily="34" charset="0"/>
              </a:rPr>
              <a:t>FastAPI</a:t>
            </a:r>
            <a:r>
              <a:rPr sz="2800" b="1" u="sng" dirty="0">
                <a:latin typeface="Arial Narrow" panose="020B0606020202030204" pitchFamily="34" charset="0"/>
              </a:rPr>
              <a:t> application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requirements.txt → All dependencies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</a:t>
            </a:r>
            <a:r>
              <a:rPr sz="2800" b="1" u="sng" dirty="0" err="1">
                <a:latin typeface="Arial Narrow" panose="020B0606020202030204" pitchFamily="34" charset="0"/>
              </a:rPr>
              <a:t>Dockerfile</a:t>
            </a:r>
            <a:r>
              <a:rPr sz="2800" b="1" u="sng" dirty="0">
                <a:latin typeface="Arial Narrow" panose="020B0606020202030204" pitchFamily="34" charset="0"/>
              </a:rPr>
              <a:t> → Deployable container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README.md → Complete documentation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2800" b="1" u="sng" dirty="0">
                <a:latin typeface="Arial Narrow" panose="020B0606020202030204" pitchFamily="34" charset="0"/>
              </a:rPr>
              <a:t>• report/final_report.md → Full project report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Tokenization (max 512 input, 128 output)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Fine‑tuned BART on dataset.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</a:t>
            </a:r>
            <a:r>
              <a:rPr sz="3600" b="1" u="sng" dirty="0" err="1">
                <a:latin typeface="Arial Narrow" panose="020B0606020202030204" pitchFamily="34" charset="0"/>
              </a:rPr>
              <a:t>Hyperparameters</a:t>
            </a:r>
            <a:r>
              <a:rPr sz="3600" b="1" u="sng" dirty="0">
                <a:latin typeface="Arial Narrow" panose="020B0606020202030204" pitchFamily="34" charset="0"/>
              </a:rPr>
              <a:t>: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  - LR: 5e‑5 | Batch: 2 | Epochs: 2 | Beam: 4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b="1" u="sng" dirty="0">
                <a:latin typeface="Arial Narrow" panose="020B0606020202030204" pitchFamily="34" charset="0"/>
              </a:rPr>
              <a:t>• Saved model + </a:t>
            </a:r>
            <a:r>
              <a:rPr sz="3600" b="1" u="sng" dirty="0" err="1">
                <a:latin typeface="Arial Narrow" panose="020B0606020202030204" pitchFamily="34" charset="0"/>
              </a:rPr>
              <a:t>tokenizer</a:t>
            </a:r>
            <a:r>
              <a:rPr sz="3600" b="1" u="sng" dirty="0">
                <a:latin typeface="Arial Narrow" panose="020B060602020203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Evaluation – ROUGE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ROUGE‑1, ROUGE‑2, ROUGE‑L used.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Fine‑tuned model outperforms baseline.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sz="3600" dirty="0">
                <a:latin typeface="Arial Narrow" panose="020B0606020202030204" pitchFamily="34" charset="0"/>
              </a:rPr>
              <a:t>• Improvements seen in factuality &amp; coherence.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Model Demo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• Run inference: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  python src/infer.py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• Enter custom text → Get summary.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• API Demo: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  </a:t>
            </a: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src.app:app</a:t>
            </a:r>
            <a:r>
              <a:rPr dirty="0"/>
              <a:t> --reload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dirty="0"/>
              <a:t>• Visit: http://localhost:8000/docs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1. Show GitHub → Code structure.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2. Show infer.py → Summarize sample input.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3. Run FastAPI → Generate summary live.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4. Discuss output quality.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5. Compare to original 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• Successfully built abstractive summarizer.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• Working model + API + report.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• Future: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  - Better factual accuracy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  - PDF upload UI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  - Multi‑document summarization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rPr b="1" u="sng" dirty="0">
                <a:latin typeface="Arial Narrow" panose="020B0606020202030204" pitchFamily="34" charset="0"/>
              </a:rPr>
              <a:t>  - </a:t>
            </a:r>
            <a:r>
              <a:rPr b="1" u="sng" dirty="0" err="1">
                <a:latin typeface="Arial Narrow" panose="020B0606020202030204" pitchFamily="34" charset="0"/>
              </a:rPr>
              <a:t>LoRA</a:t>
            </a:r>
            <a:r>
              <a:rPr b="1" u="sng" dirty="0">
                <a:latin typeface="Arial Narrow" panose="020B0606020202030204" pitchFamily="34" charset="0"/>
              </a:rPr>
              <a:t>-based efficient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1086</TotalTime>
  <Words>402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Narrow</vt:lpstr>
      <vt:lpstr>Century Gothic</vt:lpstr>
      <vt:lpstr>Wingdings 3</vt:lpstr>
      <vt:lpstr>Wisp</vt:lpstr>
      <vt:lpstr>Edusummarize – AI Summarization Project</vt:lpstr>
      <vt:lpstr>Motivation</vt:lpstr>
      <vt:lpstr>Problem Statement</vt:lpstr>
      <vt:lpstr>Abstractive Summarization Explained</vt:lpstr>
      <vt:lpstr>Dataset Used – CNN/DailyMail</vt:lpstr>
      <vt:lpstr>Model Used – BART</vt:lpstr>
      <vt:lpstr>Work Done in GitHub (Project Structure)</vt:lpstr>
      <vt:lpstr>Training Process</vt:lpstr>
      <vt:lpstr>Evaluation – ROUGE Scores</vt:lpstr>
      <vt:lpstr>Model Demo – How It Works</vt:lpstr>
      <vt:lpstr>Live Demo Plan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Edusummarize – AI Summarization Project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2025-11-27T10:03:31Z</dcterms:modified>
  <cp:category/>
</cp:coreProperties>
</file>